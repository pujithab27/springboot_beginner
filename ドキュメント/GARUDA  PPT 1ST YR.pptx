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20104100" cy="11309350"/>
  <p:embeddedFontLst>
    <p:embeddedFont>
      <p:font typeface="Franklin Gothic" panose="02000000000000000000" pitchFamily="2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45">
          <p15:clr>
            <a:srgbClr val="A4A3A4"/>
          </p15:clr>
        </p15:guide>
        <p15:guide id="2" pos="98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x2FO9zmMcgczywNsuWkdqk2ad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20"/>
      </p:cViewPr>
      <p:guideLst>
        <p:guide orient="horz" pos="1745"/>
        <p:guide pos="9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font" Target="fonts/font1.fntdata" /><Relationship Id="rId12" Type="http://customschemas.google.com/relationships/presentationmetadata" Target="meta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4" Type="http://schemas.openxmlformats.org/officeDocument/2006/relationships/slide" Target="slides/slide3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24713" y="847725"/>
            <a:ext cx="5656262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24713" y="847725"/>
            <a:ext cx="5656262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24713" y="847725"/>
            <a:ext cx="5656262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24713" y="847725"/>
            <a:ext cx="5656262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ctrTitle"/>
          </p:nvPr>
        </p:nvSpPr>
        <p:spPr>
          <a:xfrm>
            <a:off x="685801" y="2125984"/>
            <a:ext cx="777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ubTitle" idx="1"/>
          </p:nvPr>
        </p:nvSpPr>
        <p:spPr>
          <a:xfrm>
            <a:off x="1371601" y="3840484"/>
            <a:ext cx="6400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57200" y="27432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57200" y="157734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457200" y="27432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457201" y="1577344"/>
            <a:ext cx="3977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4709160" y="1577344"/>
            <a:ext cx="39776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457200" y="27432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0" y="242351"/>
            <a:ext cx="9144000" cy="635742"/>
          </a:xfrm>
          <a:custGeom>
            <a:avLst/>
            <a:gdLst/>
            <a:ahLst/>
            <a:cxnLst/>
            <a:rect l="l" t="t" r="r" b="b"/>
            <a:pathLst>
              <a:path w="20104100" h="1048385" extrusionOk="0">
                <a:moveTo>
                  <a:pt x="20104099" y="0"/>
                </a:moveTo>
                <a:lnTo>
                  <a:pt x="0" y="0"/>
                </a:lnTo>
                <a:lnTo>
                  <a:pt x="0" y="1047873"/>
                </a:lnTo>
                <a:lnTo>
                  <a:pt x="20104099" y="1047873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57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457200" y="27432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457200" y="1577344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08960" y="6377944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dt" idx="10"/>
          </p:nvPr>
        </p:nvSpPr>
        <p:spPr>
          <a:xfrm>
            <a:off x="45720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6583682" y="6377944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" name="Google Shape;12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2290" y="6350641"/>
            <a:ext cx="3181423" cy="2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47849" y="6309720"/>
            <a:ext cx="2023244" cy="2898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2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jp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780376" y="1683818"/>
            <a:ext cx="7772400" cy="405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ranklin Gothic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Title of your Idea/Product: </a:t>
            </a:r>
            <a:r>
              <a:rPr lang="en-US" sz="16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DRONE CLOUD-SEEDING </a:t>
            </a:r>
            <a:endParaRPr sz="1600" b="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ranklin Gothic"/>
              <a:buNone/>
            </a:pPr>
            <a:b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 </a:t>
            </a:r>
            <a:r>
              <a:rPr lang="en-US" sz="16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SPARKLERS</a:t>
            </a:r>
            <a:endParaRPr sz="1600" b="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ranklin Gothic"/>
              <a:buNone/>
            </a:pPr>
            <a:b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</a:t>
            </a:r>
            <a:r>
              <a:rPr lang="en-US" sz="16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US" sz="16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PUJITHA.BOLISETTY</a:t>
            </a:r>
            <a:endParaRPr sz="1600" b="0" i="0" u="none" strike="noStrike" cap="none" dirty="0">
              <a:solidFill>
                <a:schemeClr val="bg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ranklin Gothic"/>
              <a:buNone/>
            </a:pPr>
            <a:b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Name: </a:t>
            </a:r>
            <a:r>
              <a:rPr lang="en-US" sz="16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VISHNU INSTITUTE OF TECHNOLOGY</a:t>
            </a:r>
            <a:endParaRPr sz="1400" b="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ranklin Gothic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Affiliation: </a:t>
            </a:r>
            <a:r>
              <a:rPr lang="en-US" sz="16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JAWAHARLAL NEHRU TECHNOLOGICAL UNIVERSITY KAKINADA</a:t>
            </a:r>
            <a:endParaRPr sz="1600" b="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290" y="6350641"/>
            <a:ext cx="3181423" cy="2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966484"/>
            <a:ext cx="1212976" cy="592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7849" y="6309720"/>
            <a:ext cx="2023244" cy="28982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18856" y="403368"/>
            <a:ext cx="9143520" cy="4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1"/>
              <a:buFont typeface="Arial"/>
              <a:buNone/>
            </a:pPr>
            <a:r>
              <a:rPr lang="en-US" sz="20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 DETAILS OF THE 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924800" y="1001424"/>
            <a:ext cx="990600" cy="52257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Insert college logo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4" descr="Vishnu Institute of Technology">
            <a:extLst>
              <a:ext uri="{FF2B5EF4-FFF2-40B4-BE49-F238E27FC236}">
                <a16:creationId xmlns:a16="http://schemas.microsoft.com/office/drawing/2014/main" id="{84D7C4A2-DDD0-A616-E2D3-28F35A681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75" y="966484"/>
            <a:ext cx="1028626" cy="60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18856" y="403368"/>
            <a:ext cx="9143520" cy="4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1"/>
              <a:buFont typeface="Arial"/>
              <a:buNone/>
            </a:pPr>
            <a:r>
              <a:rPr lang="en-US" sz="20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552016" y="1143000"/>
            <a:ext cx="8077200" cy="4572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Drone Cloud-Seeding is a modern technology that involves the use of unmanned aerial vehicles to disperse seeding agents into clouds in order to reduce rainfall . This innovative approach offers a more cost effective and efficient method of weathe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r modification compared to traditional ground-based methods .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b="1" dirty="0"/>
              <a:t> PROCESS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Clouds suitable for seeding are identified. These are typically clouds with enough moisture but insufficient natural process to trigger precipitation.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Substances like  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silver iodide , salt, dry ice are used . These acts as “nuclei” around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which water 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vapour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can condense.</a:t>
            </a:r>
            <a:endParaRPr lang="en-US"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 These are equipped with flares containing seeding materials are released into clouds The particles encourage the condensation of water 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vapour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around them , forming ice crystals or water droplets . The droplets combine and grow larger and become heavy enough , they fall as rain  or snow . This can increase rainfall in drought – prone areas or control the timings of precipitation .</a:t>
            </a: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8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sz="1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1841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</a:t>
            </a: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18856" y="403368"/>
            <a:ext cx="9143520" cy="4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1"/>
              <a:buFont typeface="Arial"/>
              <a:buNone/>
            </a:pPr>
            <a:r>
              <a:rPr lang="en-US" sz="20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 OF IDEA/USE CASE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62560" y="998220"/>
            <a:ext cx="5932211" cy="518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REDUCED RISK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 The use of drones for cloud seeding reduces the need for         human pilots to fly throw  potentially hazardous weather conditions . This decreases the risk of accidents  and ensures the safety of person .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ACCESSIBILITY AND SAFETY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Drones are able to access hard-to-reach or dangerous areas that traditional methods may not be able to reach . This allows for cloud seeding to be conducted in a wider range of locations 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EFFICIENCY AND PRECISION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drones for cloud seeding offers increased precision and accuracy in targeting specific areas for rainfall .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This can result in more efficient water distribution and better crop yields .</a:t>
            </a:r>
            <a:endParaRPr lang="en-US" sz="18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9FEF0-F25A-8788-895B-2FA684A0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295400"/>
            <a:ext cx="21336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D25602-B28F-0076-BC14-437171869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3985260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/>
        </p:nvSpPr>
        <p:spPr>
          <a:xfrm>
            <a:off x="18856" y="403368"/>
            <a:ext cx="9143520" cy="4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1"/>
              <a:buFont typeface="Arial"/>
              <a:buNone/>
            </a:pPr>
            <a:r>
              <a:rPr lang="en-US" sz="20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 MEMBER DETAILS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266700" y="1275080"/>
            <a:ext cx="8610600" cy="47204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Name: </a:t>
            </a:r>
            <a:r>
              <a:rPr lang="en-US" sz="1200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Bolisetty.Pujitha</a:t>
            </a:r>
            <a:endParaRPr sz="120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Stream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iNF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</a:t>
            </a:r>
            <a:r>
              <a:rPr lang="en-US" sz="1200" b="0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Year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1 </a:t>
            </a:r>
            <a:r>
              <a:rPr lang="en-US" sz="1200" b="1" dirty="0">
                <a:solidFill>
                  <a:schemeClr val="bg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name :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Bolisetty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.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Pujitha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: </a:t>
            </a:r>
            <a:r>
              <a:rPr lang="en-US" sz="1200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Stream :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INF	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Year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2 Name: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Madasu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.Chandana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deepthi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                         Stream :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INF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Year :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3 Name: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Gurram.Thanmai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Stream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EEE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Year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4 Name: 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Karri . Sai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lakshmi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Gayathri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 :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Stream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INF                           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Year  :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Member 5 Name: </a:t>
            </a:r>
            <a:r>
              <a:rPr lang="en-US" sz="1200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Velagala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. Naga Swathi Reddy 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Branch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</a:t>
            </a:r>
            <a:r>
              <a:rPr lang="en-US" sz="1200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Btech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Stream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ECE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	                         Year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Mentor 1 Name : </a:t>
            </a:r>
            <a:r>
              <a:rPr lang="en-US" sz="1200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Dr .O. Ranga Rao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category: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Academic       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      expertise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US" sz="120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phd</a:t>
            </a:r>
            <a:r>
              <a:rPr lang="en-US" sz="1200" b="0" i="0" u="none" strike="noStrike" cap="none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                  Domain experience </a:t>
            </a:r>
            <a:r>
              <a:rPr lang="en-US" sz="1200" dirty="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</a:t>
            </a:r>
            <a:r>
              <a:rPr lang="en-US" sz="1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13 Years</a:t>
            </a:r>
            <a:endParaRPr sz="1200" b="0" i="0" u="none" strike="noStrike" cap="none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481</Words>
  <Application>Microsoft Office PowerPoint</Application>
  <PresentationFormat>On-screen Show (4:3)</PresentationFormat>
  <Paragraphs>41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S</dc:creator>
  <cp:lastModifiedBy>pujitha.bolisetty2007@gmail.com</cp:lastModifiedBy>
  <cp:revision>2</cp:revision>
  <dcterms:created xsi:type="dcterms:W3CDTF">2024-06-21T05:03:59Z</dcterms:created>
  <dcterms:modified xsi:type="dcterms:W3CDTF">2024-09-19T11:55:33Z</dcterms:modified>
</cp:coreProperties>
</file>